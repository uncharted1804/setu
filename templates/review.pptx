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{{PRESENTATION_TITLE}}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Review Deck</a:t>
            </a:r>
          </a:p>
          <a:p>
            <a:r>
              <a:t>Date: {{DATE}}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{{EXEC_SUMMARY}}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Inspection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{{FINDINGS}}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/ Calculation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{{DATA_SUMMARY}}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{{RECOMMENDATIONS}}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Decision / Approval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{{DECISION}}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{{REFERENCES}}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